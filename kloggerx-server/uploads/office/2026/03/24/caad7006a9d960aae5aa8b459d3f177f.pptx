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4"/>
  </p:handoutMasterIdLst>
  <p:sldIdLst>
    <p:sldId id="277" r:id="rId4"/>
    <p:sldId id="598" r:id="rId6"/>
    <p:sldId id="655" r:id="rId7"/>
    <p:sldId id="656" r:id="rId8"/>
    <p:sldId id="657" r:id="rId9"/>
    <p:sldId id="660" r:id="rId10"/>
    <p:sldId id="661" r:id="rId11"/>
    <p:sldId id="662" r:id="rId12"/>
    <p:sldId id="289" r:id="rId13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6B6B"/>
    <a:srgbClr val="29B7F1"/>
    <a:srgbClr val="595757"/>
    <a:srgbClr val="00B0F2"/>
    <a:srgbClr val="BFFFFF"/>
    <a:srgbClr val="00B0F0"/>
    <a:srgbClr val="FFEEB7"/>
    <a:srgbClr val="FFC000"/>
    <a:srgbClr val="36AEC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24" autoAdjust="0"/>
    <p:restoredTop sz="80848" autoAdjust="0"/>
  </p:normalViewPr>
  <p:slideViewPr>
    <p:cSldViewPr snapToGrid="0" snapToObjects="1">
      <p:cViewPr varScale="1">
        <p:scale>
          <a:sx n="80" d="100"/>
          <a:sy n="80" d="100"/>
        </p:scale>
        <p:origin x="126" y="10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3" d="100"/>
          <a:sy n="53" d="100"/>
        </p:scale>
        <p:origin x="165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8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D2C89-B387-5E4D-BC3A-BDC5A159279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30BDE9-D736-5543-863A-06583E08ECD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99C7D-72A4-7B44-BA27-3C933043FBD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94A50-68E7-E643-A22B-E58BBDBB12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94A50-68E7-E643-A22B-E58BBDBB12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hyperlink" Target="http://www.cloudnineinfo.com/" TargetMode="External"/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loudnineinfo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hyperlink" Target="http://www.cloudnineinfo.com/" TargetMode="External"/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0"/>
            <a:ext cx="12192000" cy="6766820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0" y="5768779"/>
            <a:ext cx="12187664" cy="1089220"/>
          </a:xfrm>
          <a:prstGeom prst="rect">
            <a:avLst/>
          </a:prstGeom>
          <a:solidFill>
            <a:srgbClr val="004F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24" name="直线连接符 23"/>
          <p:cNvCxnSpPr/>
          <p:nvPr userDrawn="1"/>
        </p:nvCxnSpPr>
        <p:spPr>
          <a:xfrm>
            <a:off x="8843000" y="5956573"/>
            <a:ext cx="0" cy="68324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 userDrawn="1"/>
        </p:nvSpPr>
        <p:spPr>
          <a:xfrm>
            <a:off x="8954582" y="5785197"/>
            <a:ext cx="2869915" cy="102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邮编：</a:t>
            </a:r>
            <a:r>
              <a:rPr kumimoji="1"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311200</a:t>
            </a:r>
            <a:endParaRPr kumimoji="1"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总机：</a:t>
            </a:r>
            <a:r>
              <a:rPr kumimoji="1" lang="en-GB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0571-82835676</a:t>
            </a:r>
            <a:endParaRPr kumimoji="1" lang="en-GB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GB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www.cloudnineinfo.com</a:t>
            </a:r>
            <a:endParaRPr kumimoji="1" lang="zh-CN" altLang="en-US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biLevel thresh="25000"/>
          </a:blip>
          <a:stretch>
            <a:fillRect/>
          </a:stretch>
        </p:blipFill>
        <p:spPr>
          <a:xfrm>
            <a:off x="457823" y="5768779"/>
            <a:ext cx="1159961" cy="995633"/>
          </a:xfrm>
          <a:prstGeom prst="rect">
            <a:avLst/>
          </a:prstGeom>
        </p:spPr>
      </p:pic>
      <p:sp>
        <p:nvSpPr>
          <p:cNvPr id="14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601784" y="2482485"/>
            <a:ext cx="6263711" cy="67490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单击此处编辑副标题</a:t>
            </a:r>
            <a:endParaRPr kumimoji="1" lang="zh-CN" altLang="en-US" dirty="0"/>
          </a:p>
        </p:txBody>
      </p:sp>
      <p:sp>
        <p:nvSpPr>
          <p:cNvPr id="15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601784" y="1437879"/>
            <a:ext cx="6263711" cy="101441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单击此处编辑大标题</a:t>
            </a:r>
            <a:endParaRPr kumimoji="1" lang="zh-CN" altLang="en-US" dirty="0"/>
          </a:p>
        </p:txBody>
      </p:sp>
      <p:cxnSp>
        <p:nvCxnSpPr>
          <p:cNvPr id="16" name="直线连接符 15"/>
          <p:cNvCxnSpPr/>
          <p:nvPr userDrawn="1"/>
        </p:nvCxnSpPr>
        <p:spPr>
          <a:xfrm>
            <a:off x="574644" y="3286257"/>
            <a:ext cx="6290851" cy="0"/>
          </a:xfrm>
          <a:prstGeom prst="line">
            <a:avLst/>
          </a:prstGeom>
          <a:ln w="50800">
            <a:gradFill>
              <a:gsLst>
                <a:gs pos="0">
                  <a:srgbClr val="0097CC">
                    <a:alpha val="70000"/>
                  </a:srgbClr>
                </a:gs>
                <a:gs pos="100000">
                  <a:srgbClr val="0097CC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601784" y="3395296"/>
            <a:ext cx="6263711" cy="46213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单击此处编辑备注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-1"/>
            <a:ext cx="2502039" cy="68580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56000" rtlCol="0" anchor="t"/>
          <a:lstStyle/>
          <a:p>
            <a:pPr algn="ctr"/>
            <a:r>
              <a:rPr kumimoji="1" lang="zh-CN" altLang="en-US" sz="4800" b="1" dirty="0">
                <a:solidFill>
                  <a:srgbClr val="004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kumimoji="1" lang="en-US" altLang="zh-CN" sz="4800" b="1" dirty="0">
              <a:solidFill>
                <a:srgbClr val="004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4800" b="1" dirty="0">
                <a:solidFill>
                  <a:srgbClr val="004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kumimoji="1" lang="zh-CN" altLang="en-US" sz="4800" b="1" dirty="0">
              <a:solidFill>
                <a:srgbClr val="004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0531" y="5787851"/>
            <a:ext cx="2280976" cy="7134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400" b="1" dirty="0">
                <a:solidFill>
                  <a:srgbClr val="B3B4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kumimoji="1" lang="zh-CN" altLang="en-US" sz="3400" b="1" dirty="0">
              <a:solidFill>
                <a:srgbClr val="B3B4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密级：秘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09220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6613" y="339722"/>
            <a:ext cx="9678987" cy="5540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836613" y="1548606"/>
            <a:ext cx="10506075" cy="435133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95757"/>
                </a:solidFill>
              </a:defRPr>
            </a:lvl1pPr>
            <a:lvl2pPr>
              <a:defRPr sz="1800">
                <a:solidFill>
                  <a:srgbClr val="595757"/>
                </a:solidFill>
              </a:defRPr>
            </a:lvl2pPr>
            <a:lvl3pPr>
              <a:defRPr sz="1600">
                <a:solidFill>
                  <a:srgbClr val="595757"/>
                </a:solidFill>
              </a:defRPr>
            </a:lvl3pPr>
            <a:lvl4pPr>
              <a:defRPr sz="1400">
                <a:solidFill>
                  <a:srgbClr val="595757"/>
                </a:solidFill>
              </a:defRPr>
            </a:lvl4pPr>
            <a:lvl5pPr>
              <a:defRPr sz="1400">
                <a:solidFill>
                  <a:srgbClr val="595757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938000" y="170286"/>
            <a:ext cx="1094560" cy="939498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6548946"/>
            <a:ext cx="12192000" cy="309054"/>
          </a:xfrm>
          <a:prstGeom prst="rect">
            <a:avLst/>
          </a:prstGeom>
          <a:solidFill>
            <a:srgbClr val="E6E6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548945"/>
            <a:ext cx="276225" cy="307933"/>
          </a:xfrm>
          <a:prstGeom prst="rect">
            <a:avLst/>
          </a:prstGeom>
          <a:solidFill>
            <a:srgbClr val="004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4944554" y="6589964"/>
            <a:ext cx="1851789" cy="246221"/>
          </a:xfrm>
          <a:prstGeom prst="rect">
            <a:avLst/>
          </a:prstGeom>
        </p:spPr>
        <p:txBody>
          <a:bodyPr wrap="none" anchor="ctr" anchorCtr="1">
            <a:spAutoFit/>
          </a:bodyPr>
          <a:lstStyle/>
          <a:p>
            <a:r>
              <a:rPr lang="zh-CN" altLang="en-US" sz="1000" b="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机密资料，未经许可不得扩散</a:t>
            </a:r>
            <a:endParaRPr lang="zh-CN" altLang="en-US" sz="1000" b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457388" y="6595889"/>
            <a:ext cx="1731564" cy="244101"/>
          </a:xfrm>
          <a:prstGeom prst="rect">
            <a:avLst/>
          </a:prstGeom>
        </p:spPr>
        <p:txBody>
          <a:bodyPr wrap="none" tIns="36000" anchor="ctr" anchorCtr="1">
            <a:spAutoFit/>
          </a:bodyPr>
          <a:lstStyle/>
          <a:p>
            <a:r>
              <a:rPr lang="en-US" altLang="zh-CN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www.cloudnineinfo.com</a:t>
            </a:r>
            <a:endParaRPr lang="en-US" altLang="zh-CN" sz="105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49582" y="6579879"/>
            <a:ext cx="3946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8938703E-F539-EB41-B07C-0BA9873A9E97}" type="slidenum">
              <a:rPr kumimoji="1" lang="zh-CN" altLang="en-US" sz="1200" b="0" kern="1200" smtClean="0">
                <a:solidFill>
                  <a:srgbClr val="004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1" lang="zh-CN" altLang="en-US" sz="1200" b="0" kern="1200" dirty="0">
              <a:solidFill>
                <a:srgbClr val="004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密级：秘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6613" y="339722"/>
            <a:ext cx="9678987" cy="5540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938000" y="170286"/>
            <a:ext cx="1094560" cy="939498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6548946"/>
            <a:ext cx="12192000" cy="309054"/>
          </a:xfrm>
          <a:prstGeom prst="rect">
            <a:avLst/>
          </a:prstGeom>
          <a:solidFill>
            <a:srgbClr val="E6E6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548945"/>
            <a:ext cx="276225" cy="307933"/>
          </a:xfrm>
          <a:prstGeom prst="rect">
            <a:avLst/>
          </a:prstGeom>
          <a:solidFill>
            <a:srgbClr val="004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4944554" y="6589964"/>
            <a:ext cx="1851789" cy="246221"/>
          </a:xfrm>
          <a:prstGeom prst="rect">
            <a:avLst/>
          </a:prstGeom>
        </p:spPr>
        <p:txBody>
          <a:bodyPr wrap="none" anchor="ctr" anchorCtr="1">
            <a:spAutoFit/>
          </a:bodyPr>
          <a:lstStyle/>
          <a:p>
            <a:r>
              <a:rPr lang="zh-CN" altLang="en-US" sz="1000" b="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机密资料，未经许可不得扩散</a:t>
            </a:r>
            <a:endParaRPr lang="zh-CN" altLang="en-US" sz="1000" b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457388" y="6595889"/>
            <a:ext cx="1731564" cy="244101"/>
          </a:xfrm>
          <a:prstGeom prst="rect">
            <a:avLst/>
          </a:prstGeom>
        </p:spPr>
        <p:txBody>
          <a:bodyPr wrap="none" tIns="36000" anchor="ctr" anchorCtr="1">
            <a:spAutoFit/>
          </a:bodyPr>
          <a:lstStyle/>
          <a:p>
            <a:r>
              <a:rPr lang="en-US" altLang="zh-CN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www.cloudnineinfo.com</a:t>
            </a:r>
            <a:endParaRPr lang="en-US" altLang="zh-CN" sz="105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49582" y="6579879"/>
            <a:ext cx="3946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8938703E-F539-EB41-B07C-0BA9873A9E97}" type="slidenum">
              <a:rPr kumimoji="1" lang="zh-CN" altLang="en-US" sz="1200" b="0" kern="1200" smtClean="0">
                <a:solidFill>
                  <a:srgbClr val="004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1" lang="zh-CN" altLang="en-US" sz="1200" b="0" kern="1200" dirty="0">
              <a:solidFill>
                <a:srgbClr val="004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object 2"/>
          <p:cNvSpPr/>
          <p:nvPr userDrawn="1"/>
        </p:nvSpPr>
        <p:spPr>
          <a:xfrm>
            <a:off x="356477" y="737432"/>
            <a:ext cx="9903804" cy="56287"/>
          </a:xfrm>
          <a:custGeom>
            <a:avLst/>
            <a:gdLst/>
            <a:ahLst/>
            <a:cxnLst/>
            <a:rect l="l" t="t" r="r" b="b"/>
            <a:pathLst>
              <a:path w="3657600" h="88900">
                <a:moveTo>
                  <a:pt x="3657600" y="88684"/>
                </a:moveTo>
                <a:lnTo>
                  <a:pt x="0" y="88684"/>
                </a:lnTo>
                <a:lnTo>
                  <a:pt x="0" y="0"/>
                </a:lnTo>
                <a:lnTo>
                  <a:pt x="3657600" y="0"/>
                </a:lnTo>
                <a:lnTo>
                  <a:pt x="3657600" y="8868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0"/>
            <a:ext cx="12192000" cy="6766820"/>
          </a:xfrm>
          <a:prstGeom prst="rect">
            <a:avLst/>
          </a:prstGeom>
        </p:spPr>
      </p:pic>
      <p:sp>
        <p:nvSpPr>
          <p:cNvPr id="28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601784" y="2227468"/>
            <a:ext cx="6263711" cy="101441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谢谢观看</a:t>
            </a:r>
            <a:endParaRPr kumimoji="1" lang="zh-CN" altLang="en-US" dirty="0"/>
          </a:p>
        </p:txBody>
      </p:sp>
      <p:cxnSp>
        <p:nvCxnSpPr>
          <p:cNvPr id="29" name="直线连接符 28"/>
          <p:cNvCxnSpPr/>
          <p:nvPr userDrawn="1"/>
        </p:nvCxnSpPr>
        <p:spPr>
          <a:xfrm>
            <a:off x="574644" y="3286257"/>
            <a:ext cx="6290851" cy="0"/>
          </a:xfrm>
          <a:prstGeom prst="line">
            <a:avLst/>
          </a:prstGeom>
          <a:ln w="50800">
            <a:gradFill>
              <a:gsLst>
                <a:gs pos="0">
                  <a:srgbClr val="0097CC">
                    <a:alpha val="70000"/>
                  </a:srgbClr>
                </a:gs>
                <a:gs pos="100000">
                  <a:srgbClr val="0097CC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315339"/>
            <a:ext cx="12191999" cy="154266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biLevel thresh="25000"/>
          </a:blip>
          <a:stretch>
            <a:fillRect/>
          </a:stretch>
        </p:blipFill>
        <p:spPr>
          <a:xfrm>
            <a:off x="5516019" y="5676357"/>
            <a:ext cx="1159961" cy="9956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密级：秘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092200"/>
          </a:xfrm>
          <a:prstGeom prst="rect">
            <a:avLst/>
          </a:prstGeom>
        </p:spPr>
      </p:pic>
      <p:sp>
        <p:nvSpPr>
          <p:cNvPr id="5" name="图片占位符 5"/>
          <p:cNvSpPr>
            <a:spLocks noGrp="1"/>
          </p:cNvSpPr>
          <p:nvPr>
            <p:ph type="pic" sz="quarter" idx="10"/>
          </p:nvPr>
        </p:nvSpPr>
        <p:spPr>
          <a:xfrm>
            <a:off x="7842250" y="1548606"/>
            <a:ext cx="350043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595757"/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6613" y="339722"/>
            <a:ext cx="9678987" cy="5540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836613" y="1548606"/>
            <a:ext cx="6823075" cy="435133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95757"/>
                </a:solidFill>
              </a:defRPr>
            </a:lvl1pPr>
            <a:lvl2pPr>
              <a:defRPr sz="1800">
                <a:solidFill>
                  <a:srgbClr val="595757"/>
                </a:solidFill>
              </a:defRPr>
            </a:lvl2pPr>
            <a:lvl3pPr>
              <a:defRPr sz="1600">
                <a:solidFill>
                  <a:srgbClr val="595757"/>
                </a:solidFill>
              </a:defRPr>
            </a:lvl3pPr>
            <a:lvl4pPr>
              <a:defRPr sz="1400">
                <a:solidFill>
                  <a:srgbClr val="595757"/>
                </a:solidFill>
              </a:defRPr>
            </a:lvl4pPr>
            <a:lvl5pPr>
              <a:defRPr sz="1400">
                <a:solidFill>
                  <a:srgbClr val="595757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938000" y="170286"/>
            <a:ext cx="1094560" cy="939498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6548946"/>
            <a:ext cx="12192000" cy="309054"/>
          </a:xfrm>
          <a:prstGeom prst="rect">
            <a:avLst/>
          </a:prstGeom>
          <a:solidFill>
            <a:srgbClr val="E6E6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548945"/>
            <a:ext cx="276225" cy="307933"/>
          </a:xfrm>
          <a:prstGeom prst="rect">
            <a:avLst/>
          </a:prstGeom>
          <a:solidFill>
            <a:srgbClr val="004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4877879" y="6589964"/>
            <a:ext cx="1980029" cy="246221"/>
          </a:xfrm>
          <a:prstGeom prst="rect">
            <a:avLst/>
          </a:prstGeom>
        </p:spPr>
        <p:txBody>
          <a:bodyPr wrap="none" anchor="ctr" anchorCtr="1">
            <a:spAutoFit/>
          </a:bodyPr>
          <a:lstStyle/>
          <a:p>
            <a:r>
              <a:rPr lang="zh-CN" altLang="en-US" sz="1000" b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密级：</a:t>
            </a:r>
            <a:r>
              <a:rPr lang="zh-CN" altLang="en-US" sz="1000" b="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秘密  未经许可不得扩散</a:t>
            </a:r>
            <a:endParaRPr lang="zh-CN" altLang="en-US" sz="1000" b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611124" y="6588578"/>
            <a:ext cx="1731564" cy="244101"/>
          </a:xfrm>
          <a:prstGeom prst="rect">
            <a:avLst/>
          </a:prstGeom>
        </p:spPr>
        <p:txBody>
          <a:bodyPr wrap="none" tIns="36000" anchor="ctr" anchorCtr="1">
            <a:spAutoFit/>
          </a:bodyPr>
          <a:lstStyle/>
          <a:p>
            <a:r>
              <a:rPr lang="en-US" altLang="zh-CN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www.cloudnineinfo.com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11818338" y="6578423"/>
            <a:ext cx="3882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8938703E-F539-EB41-B07C-0BA9873A9E97}" type="slidenum">
              <a:rPr kumimoji="1" lang="zh-CN" altLang="en-US" sz="1200" kern="1200" smtClean="0">
                <a:solidFill>
                  <a:srgbClr val="004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1" lang="zh-CN" altLang="en-US" sz="1200" kern="1200" dirty="0">
              <a:solidFill>
                <a:srgbClr val="004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8703E-F539-EB41-B07C-0BA9873A9E97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938000" y="170286"/>
            <a:ext cx="1094560" cy="939498"/>
          </a:xfrm>
          <a:prstGeom prst="rect">
            <a:avLst/>
          </a:prstGeom>
        </p:spPr>
      </p:pic>
      <p:sp>
        <p:nvSpPr>
          <p:cNvPr id="5" name="object 2"/>
          <p:cNvSpPr/>
          <p:nvPr userDrawn="1"/>
        </p:nvSpPr>
        <p:spPr>
          <a:xfrm>
            <a:off x="0" y="737432"/>
            <a:ext cx="11029195" cy="45719"/>
          </a:xfrm>
          <a:custGeom>
            <a:avLst/>
            <a:gdLst/>
            <a:ahLst/>
            <a:cxnLst/>
            <a:rect l="l" t="t" r="r" b="b"/>
            <a:pathLst>
              <a:path w="3657600" h="88900">
                <a:moveTo>
                  <a:pt x="3657600" y="88684"/>
                </a:moveTo>
                <a:lnTo>
                  <a:pt x="0" y="88684"/>
                </a:lnTo>
                <a:lnTo>
                  <a:pt x="0" y="0"/>
                </a:lnTo>
                <a:lnTo>
                  <a:pt x="3657600" y="0"/>
                </a:lnTo>
                <a:lnTo>
                  <a:pt x="3657600" y="8868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密级：秘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09220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6613" y="339722"/>
            <a:ext cx="9678987" cy="5540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836613" y="1548606"/>
            <a:ext cx="10506075" cy="435133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95757"/>
                </a:solidFill>
              </a:defRPr>
            </a:lvl1pPr>
            <a:lvl2pPr>
              <a:defRPr sz="1800">
                <a:solidFill>
                  <a:srgbClr val="595757"/>
                </a:solidFill>
              </a:defRPr>
            </a:lvl2pPr>
            <a:lvl3pPr>
              <a:defRPr sz="1600">
                <a:solidFill>
                  <a:srgbClr val="595757"/>
                </a:solidFill>
              </a:defRPr>
            </a:lvl3pPr>
            <a:lvl4pPr>
              <a:defRPr sz="1400">
                <a:solidFill>
                  <a:srgbClr val="595757"/>
                </a:solidFill>
              </a:defRPr>
            </a:lvl4pPr>
            <a:lvl5pPr>
              <a:defRPr sz="1400">
                <a:solidFill>
                  <a:srgbClr val="595757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938000" y="170286"/>
            <a:ext cx="1094560" cy="939498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6548946"/>
            <a:ext cx="12192000" cy="309054"/>
          </a:xfrm>
          <a:prstGeom prst="rect">
            <a:avLst/>
          </a:prstGeom>
          <a:solidFill>
            <a:srgbClr val="E6E6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548945"/>
            <a:ext cx="276225" cy="307933"/>
          </a:xfrm>
          <a:prstGeom prst="rect">
            <a:avLst/>
          </a:prstGeom>
          <a:solidFill>
            <a:srgbClr val="004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4944554" y="6589964"/>
            <a:ext cx="1851789" cy="246221"/>
          </a:xfrm>
          <a:prstGeom prst="rect">
            <a:avLst/>
          </a:prstGeom>
        </p:spPr>
        <p:txBody>
          <a:bodyPr wrap="none" anchor="ctr" anchorCtr="1">
            <a:spAutoFit/>
          </a:bodyPr>
          <a:lstStyle/>
          <a:p>
            <a:r>
              <a:rPr lang="zh-CN" altLang="en-US" sz="1000" b="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机密资料，未经许可不得扩散</a:t>
            </a:r>
            <a:endParaRPr lang="zh-CN" altLang="en-US" sz="1000" b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457388" y="6595889"/>
            <a:ext cx="1731564" cy="244101"/>
          </a:xfrm>
          <a:prstGeom prst="rect">
            <a:avLst/>
          </a:prstGeom>
        </p:spPr>
        <p:txBody>
          <a:bodyPr wrap="none" tIns="36000" anchor="ctr" anchorCtr="1">
            <a:spAutoFit/>
          </a:bodyPr>
          <a:lstStyle/>
          <a:p>
            <a:r>
              <a:rPr lang="en-US" altLang="zh-CN" sz="105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www.cloudnineinfo.com</a:t>
            </a:r>
            <a:endParaRPr lang="en-US" altLang="zh-CN" sz="105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49582" y="6579879"/>
            <a:ext cx="3946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8938703E-F539-EB41-B07C-0BA9873A9E97}" type="slidenum">
              <a:rPr kumimoji="1" lang="zh-CN" altLang="en-US" sz="1200" b="0" kern="1200" smtClean="0">
                <a:solidFill>
                  <a:srgbClr val="004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1" lang="zh-CN" altLang="en-US" sz="1200" b="0" kern="1200" dirty="0">
              <a:solidFill>
                <a:srgbClr val="004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密级：绝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7842250" y="1548606"/>
            <a:ext cx="350043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595757"/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6613" y="339722"/>
            <a:ext cx="9678987" cy="5540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836613" y="1548606"/>
            <a:ext cx="6823075" cy="435133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95757"/>
                </a:solidFill>
              </a:defRPr>
            </a:lvl1pPr>
            <a:lvl2pPr>
              <a:defRPr sz="1800">
                <a:solidFill>
                  <a:srgbClr val="595757"/>
                </a:solidFill>
              </a:defRPr>
            </a:lvl2pPr>
            <a:lvl3pPr>
              <a:defRPr sz="1600">
                <a:solidFill>
                  <a:srgbClr val="595757"/>
                </a:solidFill>
              </a:defRPr>
            </a:lvl3pPr>
            <a:lvl4pPr>
              <a:defRPr sz="1400">
                <a:solidFill>
                  <a:srgbClr val="595757"/>
                </a:solidFill>
              </a:defRPr>
            </a:lvl4pPr>
            <a:lvl5pPr>
              <a:defRPr sz="1400">
                <a:solidFill>
                  <a:srgbClr val="595757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737298" y="6153153"/>
            <a:ext cx="451654" cy="365125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4FA3"/>
                </a:solidFill>
              </a:defRPr>
            </a:lvl1pPr>
          </a:lstStyle>
          <a:p>
            <a:fld id="{8938703E-F539-EB41-B07C-0BA9873A9E97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938000" y="170286"/>
            <a:ext cx="1094560" cy="939498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6494929"/>
            <a:ext cx="12192000" cy="363071"/>
          </a:xfrm>
          <a:prstGeom prst="rect">
            <a:avLst/>
          </a:prstGeom>
          <a:solidFill>
            <a:srgbClr val="E6E6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0" y="6494929"/>
            <a:ext cx="361950" cy="361950"/>
          </a:xfrm>
          <a:prstGeom prst="rect">
            <a:avLst/>
          </a:prstGeom>
          <a:solidFill>
            <a:srgbClr val="004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649404" y="6550296"/>
            <a:ext cx="857927" cy="253916"/>
          </a:xfrm>
          <a:prstGeom prst="rect">
            <a:avLst/>
          </a:prstGeom>
        </p:spPr>
        <p:txBody>
          <a:bodyPr wrap="none" anchor="ctr" anchorCtr="1">
            <a:spAutoFit/>
          </a:bodyPr>
          <a:lstStyle/>
          <a:p>
            <a:r>
              <a:rPr lang="zh-CN" altLang="en-US" sz="105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密级：绝密</a:t>
            </a:r>
            <a:endParaRPr lang="zh-CN" altLang="en-US" sz="105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0296277" y="6544539"/>
            <a:ext cx="1382087" cy="280759"/>
            <a:chOff x="10296277" y="6530251"/>
            <a:chExt cx="1382087" cy="280759"/>
          </a:xfrm>
        </p:grpSpPr>
        <p:sp>
          <p:nvSpPr>
            <p:cNvPr id="17" name="矩形 16"/>
            <p:cNvSpPr/>
            <p:nvPr/>
          </p:nvSpPr>
          <p:spPr>
            <a:xfrm>
              <a:off x="10416480" y="6530251"/>
              <a:ext cx="1261884" cy="244101"/>
            </a:xfrm>
            <a:prstGeom prst="rect">
              <a:avLst/>
            </a:prstGeom>
          </p:spPr>
          <p:txBody>
            <a:bodyPr wrap="none" tIns="36000" anchor="ctr" anchorCtr="1">
              <a:spAutoFit/>
            </a:bodyPr>
            <a:lstStyle/>
            <a:p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未经允许不得扩散</a:t>
              </a:r>
              <a:endPara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296277" y="6557094"/>
              <a:ext cx="23196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* </a:t>
              </a:r>
              <a:endPara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object 2"/>
          <p:cNvSpPr/>
          <p:nvPr userDrawn="1"/>
        </p:nvSpPr>
        <p:spPr>
          <a:xfrm>
            <a:off x="0" y="737432"/>
            <a:ext cx="11029195" cy="45719"/>
          </a:xfrm>
          <a:custGeom>
            <a:avLst/>
            <a:gdLst/>
            <a:ahLst/>
            <a:cxnLst/>
            <a:rect l="l" t="t" r="r" b="b"/>
            <a:pathLst>
              <a:path w="3657600" h="88900">
                <a:moveTo>
                  <a:pt x="3657600" y="88684"/>
                </a:moveTo>
                <a:lnTo>
                  <a:pt x="0" y="88684"/>
                </a:lnTo>
                <a:lnTo>
                  <a:pt x="0" y="0"/>
                </a:lnTo>
                <a:lnTo>
                  <a:pt x="3657600" y="0"/>
                </a:lnTo>
                <a:lnTo>
                  <a:pt x="3657600" y="8868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密级：秘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5"/>
          <p:cNvSpPr>
            <a:spLocks noGrp="1"/>
          </p:cNvSpPr>
          <p:nvPr>
            <p:ph type="pic" sz="quarter" idx="10"/>
          </p:nvPr>
        </p:nvSpPr>
        <p:spPr>
          <a:xfrm>
            <a:off x="7842250" y="1548606"/>
            <a:ext cx="350043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595757"/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6613" y="339722"/>
            <a:ext cx="9678987" cy="5540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836613" y="1548606"/>
            <a:ext cx="6823075" cy="435133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95757"/>
                </a:solidFill>
              </a:defRPr>
            </a:lvl1pPr>
            <a:lvl2pPr>
              <a:defRPr sz="1800">
                <a:solidFill>
                  <a:srgbClr val="595757"/>
                </a:solidFill>
              </a:defRPr>
            </a:lvl2pPr>
            <a:lvl3pPr>
              <a:defRPr sz="1600">
                <a:solidFill>
                  <a:srgbClr val="595757"/>
                </a:solidFill>
              </a:defRPr>
            </a:lvl3pPr>
            <a:lvl4pPr>
              <a:defRPr sz="1400">
                <a:solidFill>
                  <a:srgbClr val="595757"/>
                </a:solidFill>
              </a:defRPr>
            </a:lvl4pPr>
            <a:lvl5pPr>
              <a:defRPr sz="1400">
                <a:solidFill>
                  <a:srgbClr val="595757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737298" y="6153153"/>
            <a:ext cx="451654" cy="365125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4FA3"/>
                </a:solidFill>
              </a:defRPr>
            </a:lvl1pPr>
          </a:lstStyle>
          <a:p>
            <a:fld id="{8938703E-F539-EB41-B07C-0BA9873A9E97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938000" y="170286"/>
            <a:ext cx="1094560" cy="939498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6494929"/>
            <a:ext cx="12192000" cy="363071"/>
          </a:xfrm>
          <a:prstGeom prst="rect">
            <a:avLst/>
          </a:prstGeom>
          <a:solidFill>
            <a:srgbClr val="E6E6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494929"/>
            <a:ext cx="361950" cy="361950"/>
          </a:xfrm>
          <a:prstGeom prst="rect">
            <a:avLst/>
          </a:prstGeom>
          <a:solidFill>
            <a:srgbClr val="004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5649404" y="6550296"/>
            <a:ext cx="857927" cy="253916"/>
          </a:xfrm>
          <a:prstGeom prst="rect">
            <a:avLst/>
          </a:prstGeom>
        </p:spPr>
        <p:txBody>
          <a:bodyPr wrap="none" anchor="ctr" anchorCtr="1">
            <a:spAutoFit/>
          </a:bodyPr>
          <a:lstStyle/>
          <a:p>
            <a:r>
              <a:rPr lang="zh-CN" altLang="en-US" sz="105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密级：秘密</a:t>
            </a:r>
            <a:endParaRPr lang="zh-CN" altLang="en-US" sz="105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0296277" y="6544539"/>
            <a:ext cx="1382087" cy="280759"/>
            <a:chOff x="10296277" y="6530251"/>
            <a:chExt cx="1382087" cy="280759"/>
          </a:xfrm>
        </p:grpSpPr>
        <p:sp>
          <p:nvSpPr>
            <p:cNvPr id="14" name="矩形 13"/>
            <p:cNvSpPr/>
            <p:nvPr/>
          </p:nvSpPr>
          <p:spPr>
            <a:xfrm>
              <a:off x="10416480" y="6530251"/>
              <a:ext cx="1261884" cy="244101"/>
            </a:xfrm>
            <a:prstGeom prst="rect">
              <a:avLst/>
            </a:prstGeom>
          </p:spPr>
          <p:txBody>
            <a:bodyPr wrap="none" tIns="36000" anchor="ctr" anchorCtr="1">
              <a:spAutoFit/>
            </a:bodyPr>
            <a:lstStyle/>
            <a:p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未经允许不得扩散</a:t>
              </a:r>
              <a:endPara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0296277" y="6557094"/>
              <a:ext cx="23196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* </a:t>
              </a:r>
              <a:endParaRPr lang="zh-CN" altLang="en-US" sz="1050" dirty="0"/>
            </a:p>
          </p:txBody>
        </p:sp>
      </p:grpSp>
      <p:sp>
        <p:nvSpPr>
          <p:cNvPr id="16" name="object 2"/>
          <p:cNvSpPr/>
          <p:nvPr userDrawn="1"/>
        </p:nvSpPr>
        <p:spPr>
          <a:xfrm>
            <a:off x="0" y="737432"/>
            <a:ext cx="11029195" cy="45719"/>
          </a:xfrm>
          <a:custGeom>
            <a:avLst/>
            <a:gdLst/>
            <a:ahLst/>
            <a:cxnLst/>
            <a:rect l="l" t="t" r="r" b="b"/>
            <a:pathLst>
              <a:path w="3657600" h="88900">
                <a:moveTo>
                  <a:pt x="3657600" y="88684"/>
                </a:moveTo>
                <a:lnTo>
                  <a:pt x="0" y="88684"/>
                </a:lnTo>
                <a:lnTo>
                  <a:pt x="0" y="0"/>
                </a:lnTo>
                <a:lnTo>
                  <a:pt x="3657600" y="0"/>
                </a:lnTo>
                <a:lnTo>
                  <a:pt x="3657600" y="8868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密级：秘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5"/>
          <p:cNvSpPr>
            <a:spLocks noGrp="1"/>
          </p:cNvSpPr>
          <p:nvPr>
            <p:ph type="pic" sz="quarter" idx="10"/>
          </p:nvPr>
        </p:nvSpPr>
        <p:spPr>
          <a:xfrm>
            <a:off x="7842250" y="1548606"/>
            <a:ext cx="350043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595757"/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6613" y="339722"/>
            <a:ext cx="9678987" cy="5540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836613" y="1548606"/>
            <a:ext cx="6823075" cy="435133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95757"/>
                </a:solidFill>
              </a:defRPr>
            </a:lvl1pPr>
            <a:lvl2pPr>
              <a:defRPr sz="1800">
                <a:solidFill>
                  <a:srgbClr val="595757"/>
                </a:solidFill>
              </a:defRPr>
            </a:lvl2pPr>
            <a:lvl3pPr>
              <a:defRPr sz="1600">
                <a:solidFill>
                  <a:srgbClr val="595757"/>
                </a:solidFill>
              </a:defRPr>
            </a:lvl3pPr>
            <a:lvl4pPr>
              <a:defRPr sz="1400">
                <a:solidFill>
                  <a:srgbClr val="595757"/>
                </a:solidFill>
              </a:defRPr>
            </a:lvl4pPr>
            <a:lvl5pPr>
              <a:defRPr sz="1400">
                <a:solidFill>
                  <a:srgbClr val="595757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737298" y="6153153"/>
            <a:ext cx="451654" cy="365125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4FA3"/>
                </a:solidFill>
              </a:defRPr>
            </a:lvl1pPr>
          </a:lstStyle>
          <a:p>
            <a:fld id="{8938703E-F539-EB41-B07C-0BA9873A9E97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938000" y="170286"/>
            <a:ext cx="1094560" cy="939498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6494929"/>
            <a:ext cx="12192000" cy="363071"/>
          </a:xfrm>
          <a:prstGeom prst="rect">
            <a:avLst/>
          </a:prstGeom>
          <a:solidFill>
            <a:srgbClr val="E6E6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494929"/>
            <a:ext cx="361950" cy="361950"/>
          </a:xfrm>
          <a:prstGeom prst="rect">
            <a:avLst/>
          </a:prstGeom>
          <a:solidFill>
            <a:srgbClr val="004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5649404" y="6550296"/>
            <a:ext cx="857927" cy="253916"/>
          </a:xfrm>
          <a:prstGeom prst="rect">
            <a:avLst/>
          </a:prstGeom>
        </p:spPr>
        <p:txBody>
          <a:bodyPr wrap="none" anchor="ctr" anchorCtr="1">
            <a:spAutoFit/>
          </a:bodyPr>
          <a:lstStyle/>
          <a:p>
            <a:r>
              <a:rPr lang="zh-CN" altLang="en-US" sz="105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密级：秘密</a:t>
            </a:r>
            <a:endParaRPr lang="zh-CN" altLang="en-US" sz="105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0296277" y="6544539"/>
            <a:ext cx="1382087" cy="280759"/>
            <a:chOff x="10296277" y="6530251"/>
            <a:chExt cx="1382087" cy="280759"/>
          </a:xfrm>
        </p:grpSpPr>
        <p:sp>
          <p:nvSpPr>
            <p:cNvPr id="14" name="矩形 13"/>
            <p:cNvSpPr/>
            <p:nvPr/>
          </p:nvSpPr>
          <p:spPr>
            <a:xfrm>
              <a:off x="10416480" y="6530251"/>
              <a:ext cx="1261884" cy="244101"/>
            </a:xfrm>
            <a:prstGeom prst="rect">
              <a:avLst/>
            </a:prstGeom>
          </p:spPr>
          <p:txBody>
            <a:bodyPr wrap="none" tIns="36000" anchor="ctr" anchorCtr="1">
              <a:spAutoFit/>
            </a:bodyPr>
            <a:lstStyle/>
            <a:p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未经允许不得扩散</a:t>
              </a:r>
              <a:endPara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0296277" y="6557094"/>
              <a:ext cx="23196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5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* </a:t>
              </a:r>
              <a:endParaRPr lang="zh-CN" altLang="en-US" sz="1050" dirty="0"/>
            </a:p>
          </p:txBody>
        </p:sp>
      </p:grpSp>
      <p:sp>
        <p:nvSpPr>
          <p:cNvPr id="16" name="object 2"/>
          <p:cNvSpPr/>
          <p:nvPr userDrawn="1"/>
        </p:nvSpPr>
        <p:spPr>
          <a:xfrm>
            <a:off x="0" y="737432"/>
            <a:ext cx="11029195" cy="45719"/>
          </a:xfrm>
          <a:custGeom>
            <a:avLst/>
            <a:gdLst/>
            <a:ahLst/>
            <a:cxnLst/>
            <a:rect l="l" t="t" r="r" b="b"/>
            <a:pathLst>
              <a:path w="3657600" h="88900">
                <a:moveTo>
                  <a:pt x="3657600" y="88684"/>
                </a:moveTo>
                <a:lnTo>
                  <a:pt x="0" y="88684"/>
                </a:lnTo>
                <a:lnTo>
                  <a:pt x="0" y="0"/>
                </a:lnTo>
                <a:lnTo>
                  <a:pt x="3657600" y="0"/>
                </a:lnTo>
                <a:lnTo>
                  <a:pt x="3657600" y="8868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3F1B2-81B9-4065-89C8-B14A23BD66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9C40F-ADBB-4F8E-83E4-2B26C3EC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3F1B2-81B9-4065-89C8-B14A23BD66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9C40F-ADBB-4F8E-83E4-2B26C3EC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3F1B2-81B9-4065-89C8-B14A23BD66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9C40F-ADBB-4F8E-83E4-2B26C3EC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3F1B2-81B9-4065-89C8-B14A23BD66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9C40F-ADBB-4F8E-83E4-2B26C3EC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3F1B2-81B9-4065-89C8-B14A23BD66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9C40F-ADBB-4F8E-83E4-2B26C3EC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3F1B2-81B9-4065-89C8-B14A23BD66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9C40F-ADBB-4F8E-83E4-2B26C3EC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3F1B2-81B9-4065-89C8-B14A23BD66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9C40F-ADBB-4F8E-83E4-2B26C3EC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3F1B2-81B9-4065-89C8-B14A23BD66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9C40F-ADBB-4F8E-83E4-2B26C3EC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3F1B2-81B9-4065-89C8-B14A23BD66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9C40F-ADBB-4F8E-83E4-2B26C3EC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3F1B2-81B9-4065-89C8-B14A23BD66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9C40F-ADBB-4F8E-83E4-2B26C3EC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3F1B2-81B9-4065-89C8-B14A23BD66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9C40F-ADBB-4F8E-83E4-2B26C3EC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737298" y="6153153"/>
            <a:ext cx="451654" cy="365125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4FA3"/>
                </a:solidFill>
              </a:defRPr>
            </a:lvl1pPr>
          </a:lstStyle>
          <a:p>
            <a:fld id="{8938703E-F539-EB41-B07C-0BA9873A9E97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4FA3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3F1B2-81B9-4065-89C8-B14A23BD66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9C40F-ADBB-4F8E-83E4-2B26C3ECAE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9.xml"/><Relationship Id="rId6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tags" Target="../tags/tag2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5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image" Target="../media/image8.png"/><Relationship Id="rId4" Type="http://schemas.openxmlformats.org/officeDocument/2006/relationships/tags" Target="../tags/tag7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11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13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15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17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730992" y="1586753"/>
            <a:ext cx="9990795" cy="1694329"/>
          </a:xfrm>
        </p:spPr>
        <p:txBody>
          <a:bodyPr/>
          <a:lstStyle/>
          <a:p>
            <a:pPr lvl="0"/>
            <a:r>
              <a:rPr kumimoji="1" lang="zh-CN" dirty="0" smtClean="0"/>
              <a:t>委外项目案例介绍</a:t>
            </a:r>
            <a:r>
              <a:rPr kumimoji="1" lang="en-US" altLang="zh-CN" dirty="0" smtClean="0"/>
              <a:t>            </a:t>
            </a:r>
            <a:endParaRPr kumimoji="1" lang="en-US" altLang="zh-CN" dirty="0" smtClean="0"/>
          </a:p>
          <a:p>
            <a:pPr algn="r"/>
            <a:endParaRPr kumimoji="1" lang="zh-CN" altLang="en-US" sz="4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1932" y="207574"/>
            <a:ext cx="10111739" cy="7880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sz="3600" b="1" dirty="0">
                <a:solidFill>
                  <a:srgbClr val="004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合同要求</a:t>
            </a:r>
            <a:endParaRPr lang="zh-CN" sz="3600" b="1" dirty="0">
              <a:solidFill>
                <a:srgbClr val="004FA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73138" y="6153153"/>
            <a:ext cx="451654" cy="365125"/>
          </a:xfrm>
        </p:spPr>
        <p:txBody>
          <a:bodyPr/>
          <a:lstStyle/>
          <a:p>
            <a:fld id="{8938703E-F539-EB41-B07C-0BA9873A9E97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8" name="图片 7" descr="343538343130363b343538383334353b8bbe7f6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124" y="1215954"/>
            <a:ext cx="456565" cy="4565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1340" y="1181100"/>
            <a:ext cx="97269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0" indent="-254000">
              <a:buSzPct val="100000"/>
            </a:pPr>
            <a:r>
              <a:rPr lang="zh-CN" altLang="en-US" sz="1400" b="1" spc="4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合同中明确开发需求清单和交付时间，及阶段付款要求，确保项目交付受到法律保护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61340" y="1672590"/>
            <a:ext cx="10178415" cy="433768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1932" y="207574"/>
            <a:ext cx="10111739" cy="7880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sz="3600" b="1" dirty="0">
                <a:solidFill>
                  <a:srgbClr val="004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项目管控</a:t>
            </a:r>
            <a:endParaRPr lang="zh-CN" altLang="en-US" sz="3600" b="1" dirty="0">
              <a:solidFill>
                <a:srgbClr val="004FA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73138" y="6153153"/>
            <a:ext cx="451654" cy="365125"/>
          </a:xfrm>
        </p:spPr>
        <p:txBody>
          <a:bodyPr/>
          <a:lstStyle/>
          <a:p>
            <a:fld id="{8938703E-F539-EB41-B07C-0BA9873A9E97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8" name="图片 7" descr="343538343130363b343538383334353b8bbe7f6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124" y="1215954"/>
            <a:ext cx="456565" cy="4565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560" y="1229995"/>
            <a:ext cx="107911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0" indent="-254000">
              <a:buSzPct val="100000"/>
            </a:pPr>
            <a:r>
              <a:rPr lang="zh-CN" altLang="en-US" sz="1400" b="1" spc="4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一、甲乙方</a:t>
            </a:r>
            <a:r>
              <a:rPr lang="zh-CN" sz="1400" b="1" spc="4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人员及分工</a:t>
            </a:r>
            <a:endParaRPr lang="zh-CN" sz="1400" spc="4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1932" y="207574"/>
            <a:ext cx="10111739" cy="7880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sz="3600" b="1" dirty="0">
                <a:solidFill>
                  <a:srgbClr val="004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需求</a:t>
            </a:r>
            <a:endParaRPr lang="zh-CN" sz="3600" b="1" dirty="0">
              <a:solidFill>
                <a:srgbClr val="004FA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73138" y="6153153"/>
            <a:ext cx="451654" cy="365125"/>
          </a:xfrm>
        </p:spPr>
        <p:txBody>
          <a:bodyPr/>
          <a:lstStyle/>
          <a:p>
            <a:fld id="{8938703E-F539-EB41-B07C-0BA9873A9E97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8" name="图片 7" descr="343538343130363b343538383334353b8bbe7f6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124" y="1215954"/>
            <a:ext cx="456565" cy="4565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560" y="1229995"/>
            <a:ext cx="53143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0" indent="-254000">
              <a:buSzPct val="100000"/>
            </a:pPr>
            <a:r>
              <a:rPr lang="zh-CN" altLang="en-US" sz="1400" b="1" spc="4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一、需求通过系统进行管理变更均最终落实到交付件</a:t>
            </a:r>
            <a:endParaRPr lang="zh-CN" altLang="en-US" sz="1400" spc="4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83285" y="4578985"/>
            <a:ext cx="5422900" cy="180403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471805" y="4272280"/>
            <a:ext cx="53143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54000" indent="-254000">
              <a:buSzPct val="100000"/>
            </a:pPr>
            <a:r>
              <a:rPr lang="zh-CN" altLang="en-US" sz="1400" b="1" spc="4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二、需求最终落实到交付件实体</a:t>
            </a:r>
            <a:endParaRPr lang="zh-CN" altLang="en-US" sz="1400" spc="4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1932" y="207574"/>
            <a:ext cx="10111739" cy="7880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sz="3600" b="1" dirty="0">
                <a:solidFill>
                  <a:srgbClr val="004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</a:t>
            </a:r>
            <a:endParaRPr lang="zh-CN" sz="3600" b="1" dirty="0">
              <a:solidFill>
                <a:srgbClr val="004FA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73138" y="6153153"/>
            <a:ext cx="451654" cy="365125"/>
          </a:xfrm>
        </p:spPr>
        <p:txBody>
          <a:bodyPr/>
          <a:lstStyle/>
          <a:p>
            <a:fld id="{8938703E-F539-EB41-B07C-0BA9873A9E97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8" name="图片 7" descr="343538343130363b343538383334353b8bbe7f6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124" y="1215954"/>
            <a:ext cx="456565" cy="4565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560" y="1229995"/>
            <a:ext cx="101542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0" indent="-254000">
              <a:buSzPct val="100000"/>
            </a:pPr>
            <a:r>
              <a:rPr lang="zh-CN" altLang="en-US" sz="1400" b="1" spc="4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一、</a:t>
            </a:r>
            <a:endParaRPr lang="zh-CN" altLang="en-US" sz="1400" spc="4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1932" y="207574"/>
            <a:ext cx="10111739" cy="7880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sz="3600" b="1" dirty="0">
                <a:solidFill>
                  <a:srgbClr val="004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</a:t>
            </a:r>
            <a:endParaRPr lang="zh-CN" sz="3600" b="1" dirty="0">
              <a:solidFill>
                <a:srgbClr val="004FA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73138" y="6153153"/>
            <a:ext cx="451654" cy="365125"/>
          </a:xfrm>
        </p:spPr>
        <p:txBody>
          <a:bodyPr/>
          <a:lstStyle/>
          <a:p>
            <a:fld id="{8938703E-F539-EB41-B07C-0BA9873A9E97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8" name="图片 7" descr="343538343130363b343538383334353b8bbe7f6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124" y="1215954"/>
            <a:ext cx="456565" cy="4565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560" y="1229995"/>
            <a:ext cx="101542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0" indent="-254000">
              <a:buSzPct val="100000"/>
            </a:pPr>
            <a:r>
              <a:rPr lang="zh-CN" altLang="en-US" sz="1400" b="1" spc="4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一、</a:t>
            </a:r>
            <a:endParaRPr lang="zh-CN" altLang="en-US" sz="1400" spc="4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1932" y="207574"/>
            <a:ext cx="10111739" cy="7880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sz="3600" b="1" dirty="0">
                <a:solidFill>
                  <a:srgbClr val="004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</a:t>
            </a:r>
            <a:endParaRPr lang="zh-CN" sz="3600" b="1" dirty="0">
              <a:solidFill>
                <a:srgbClr val="004FA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73138" y="6153153"/>
            <a:ext cx="451654" cy="365125"/>
          </a:xfrm>
        </p:spPr>
        <p:txBody>
          <a:bodyPr/>
          <a:lstStyle/>
          <a:p>
            <a:fld id="{8938703E-F539-EB41-B07C-0BA9873A9E97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8" name="图片 7" descr="343538343130363b343538383334353b8bbe7f6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124" y="1215954"/>
            <a:ext cx="456565" cy="4565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560" y="1229995"/>
            <a:ext cx="101542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0" indent="-254000">
              <a:buSzPct val="100000"/>
            </a:pPr>
            <a:r>
              <a:rPr lang="zh-CN" altLang="en-US" sz="1400" b="1" spc="4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一、</a:t>
            </a:r>
            <a:endParaRPr lang="zh-CN" altLang="en-US" sz="1400" spc="4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1932" y="207574"/>
            <a:ext cx="10111739" cy="7880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sz="3600" b="1" dirty="0">
                <a:solidFill>
                  <a:srgbClr val="004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交付</a:t>
            </a:r>
            <a:endParaRPr lang="zh-CN" sz="3600" b="1" dirty="0">
              <a:solidFill>
                <a:srgbClr val="004FA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73138" y="6153153"/>
            <a:ext cx="451654" cy="365125"/>
          </a:xfrm>
        </p:spPr>
        <p:txBody>
          <a:bodyPr/>
          <a:lstStyle/>
          <a:p>
            <a:fld id="{8938703E-F539-EB41-B07C-0BA9873A9E97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8" name="图片 7" descr="343538343130363b343538383334353b8bbe7f6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4124" y="1215954"/>
            <a:ext cx="456565" cy="4565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9560" y="1229995"/>
            <a:ext cx="101542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0" indent="-254000">
              <a:buSzPct val="100000"/>
            </a:pPr>
            <a:r>
              <a:rPr lang="zh-CN" altLang="en-US" sz="1400" b="1" spc="4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一、</a:t>
            </a:r>
            <a:endParaRPr lang="zh-CN" altLang="en-US" sz="1400" spc="4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316736" y="2457824"/>
            <a:ext cx="8419975" cy="1014412"/>
          </a:xfrm>
        </p:spPr>
        <p:txBody>
          <a:bodyPr/>
          <a:lstStyle/>
          <a:p>
            <a:r>
              <a:rPr lang="en-US" altLang="zh-CN" dirty="0" smtClean="0"/>
              <a:t>THANKS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3672_1*a*1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ID" val="diagram20203672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12"/>
  <p:tag name="KSO_WM_SLIDE_POSITION" val="0*27"/>
  <p:tag name="KSO_WM_TAG_VERSION" val="1.0"/>
  <p:tag name="KSO_WM_BEAUTIFY_FLAG" val="#wm#"/>
  <p:tag name="KSO_WM_TEMPLATE_CATEGORY" val="diagram"/>
  <p:tag name="KSO_WM_TEMPLATE_INDEX" val="20203672"/>
  <p:tag name="KSO_WM_SLIDE_LAYOUT" val="a_f"/>
  <p:tag name="KSO_WM_SLIDE_LAYOUT_CNT" val="1_1"/>
</p:tagLst>
</file>

<file path=ppt/tags/tag4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3672_1*a*1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SLIDE_ID" val="diagram20203672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12"/>
  <p:tag name="KSO_WM_SLIDE_POSITION" val="0*27"/>
  <p:tag name="KSO_WM_TAG_VERSION" val="1.0"/>
  <p:tag name="KSO_WM_BEAUTIFY_FLAG" val="#wm#"/>
  <p:tag name="KSO_WM_TEMPLATE_CATEGORY" val="diagram"/>
  <p:tag name="KSO_WM_TEMPLATE_INDEX" val="20203672"/>
  <p:tag name="KSO_WM_SLIDE_LAYOUT" val="a_f"/>
  <p:tag name="KSO_WM_SLIDE_LAYOUT_CNT" val="1_1"/>
</p:tagLst>
</file>

<file path=ppt/tags/tag6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3672_1*a*1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SLIDE_ID" val="diagram20203672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12"/>
  <p:tag name="KSO_WM_SLIDE_POSITION" val="0*27"/>
  <p:tag name="KSO_WM_TAG_VERSION" val="1.0"/>
  <p:tag name="KSO_WM_BEAUTIFY_FLAG" val="#wm#"/>
  <p:tag name="KSO_WM_TEMPLATE_CATEGORY" val="diagram"/>
  <p:tag name="KSO_WM_TEMPLATE_INDEX" val="20203672"/>
  <p:tag name="KSO_WM_SLIDE_LAYOUT" val="a_f"/>
  <p:tag name="KSO_WM_SLIDE_LAYOUT_CNT" val="1_1"/>
</p:tagLst>
</file>

<file path=ppt/tags/tag10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3672_1*a*1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11.xml><?xml version="1.0" encoding="utf-8"?>
<p:tagLst xmlns:p="http://schemas.openxmlformats.org/presentationml/2006/main">
  <p:tag name="KSO_WM_SLIDE_ID" val="diagram20203672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12"/>
  <p:tag name="KSO_WM_SLIDE_POSITION" val="0*27"/>
  <p:tag name="KSO_WM_TAG_VERSION" val="1.0"/>
  <p:tag name="KSO_WM_BEAUTIFY_FLAG" val="#wm#"/>
  <p:tag name="KSO_WM_TEMPLATE_CATEGORY" val="diagram"/>
  <p:tag name="KSO_WM_TEMPLATE_INDEX" val="20203672"/>
  <p:tag name="KSO_WM_SLIDE_LAYOUT" val="a_f"/>
  <p:tag name="KSO_WM_SLIDE_LAYOUT_CNT" val="1_1"/>
</p:tagLst>
</file>

<file path=ppt/tags/tag12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3672_1*a*1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SLIDE_ID" val="diagram20203672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12"/>
  <p:tag name="KSO_WM_SLIDE_POSITION" val="0*27"/>
  <p:tag name="KSO_WM_TAG_VERSION" val="1.0"/>
  <p:tag name="KSO_WM_BEAUTIFY_FLAG" val="#wm#"/>
  <p:tag name="KSO_WM_TEMPLATE_CATEGORY" val="diagram"/>
  <p:tag name="KSO_WM_TEMPLATE_INDEX" val="20203672"/>
  <p:tag name="KSO_WM_SLIDE_LAYOUT" val="a_f"/>
  <p:tag name="KSO_WM_SLIDE_LAYOUT_CNT" val="1_1"/>
</p:tagLst>
</file>

<file path=ppt/tags/tag14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3672_1*a*1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SLIDE_ID" val="diagram20203672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12"/>
  <p:tag name="KSO_WM_SLIDE_POSITION" val="0*27"/>
  <p:tag name="KSO_WM_TAG_VERSION" val="1.0"/>
  <p:tag name="KSO_WM_BEAUTIFY_FLAG" val="#wm#"/>
  <p:tag name="KSO_WM_TEMPLATE_CATEGORY" val="diagram"/>
  <p:tag name="KSO_WM_TEMPLATE_INDEX" val="20203672"/>
  <p:tag name="KSO_WM_SLIDE_LAYOUT" val="a_f"/>
  <p:tag name="KSO_WM_SLIDE_LAYOUT_CNT" val="1_1"/>
</p:tagLst>
</file>

<file path=ppt/tags/tag16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3672_1*a*1"/>
  <p:tag name="KSO_WM_TEMPLATE_CATEGORY" val="diagram"/>
  <p:tag name="KSO_WM_TEMPLATE_INDEX" val="20203672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SLIDE_ID" val="diagram20203672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512"/>
  <p:tag name="KSO_WM_SLIDE_POSITION" val="0*27"/>
  <p:tag name="KSO_WM_TAG_VERSION" val="1.0"/>
  <p:tag name="KSO_WM_BEAUTIFY_FLAG" val="#wm#"/>
  <p:tag name="KSO_WM_TEMPLATE_CATEGORY" val="diagram"/>
  <p:tag name="KSO_WM_TEMPLATE_INDEX" val="20203672"/>
  <p:tag name="KSO_WM_SLIDE_LAYOUT" val="a_f"/>
  <p:tag name="KSO_WM_SLIDE_LAYOUT_CNT" val="1_1"/>
</p:tagLst>
</file>

<file path=ppt/tags/tag18.xml><?xml version="1.0" encoding="utf-8"?>
<p:tagLst xmlns:p="http://schemas.openxmlformats.org/presentationml/2006/main">
  <p:tag name="KSO_WPP_MARK_KEY" val="77388824-9b38-4532-9a14-45a0ad544669"/>
  <p:tag name="COMMONDATA" val="eyJoZGlkIjoiNGJmMTJlMjk5ODlhOTRmYmY1ZDViMmZlZTNmMjg0MD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143</Words>
  <Application>WPS 演示</Application>
  <PresentationFormat>宽屏</PresentationFormat>
  <Paragraphs>49</Paragraphs>
  <Slides>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Arial Unicode MS</vt:lpstr>
      <vt:lpstr>等线</vt:lpstr>
      <vt:lpstr>黑体</vt:lpstr>
      <vt:lpstr>Calibri Light</vt:lpstr>
      <vt:lpstr>Calibri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Author</cp:lastModifiedBy>
  <cp:revision>1198</cp:revision>
  <dcterms:created xsi:type="dcterms:W3CDTF">2021-07-05T09:38:00Z</dcterms:created>
  <dcterms:modified xsi:type="dcterms:W3CDTF">2025-04-29T06:34:09Z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7B54430E1C384FD3A99E5183E4AFBCD1_13</vt:lpwstr>
  </property>
  <property fmtid="{D5CDD505-2E9C-101B-9397-08002B2CF9AE}" pid="3" name="KSOProductBuildVer">
    <vt:lpwstr>2052-12.1.0.15374</vt:lpwstr>
  </property>
</Properties>
</file>